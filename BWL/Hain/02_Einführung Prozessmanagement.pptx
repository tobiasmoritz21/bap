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4"/>
  </p:sldMasterIdLst>
  <p:notesMasterIdLst>
    <p:notesMasterId r:id="rId22"/>
  </p:notesMasterIdLst>
  <p:handoutMasterIdLst>
    <p:handoutMasterId r:id="rId23"/>
  </p:handoutMasterIdLst>
  <p:sldIdLst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8" r:id="rId19"/>
    <p:sldId id="276" r:id="rId20"/>
    <p:sldId id="277" r:id="rId21"/>
  </p:sldIdLst>
  <p:sldSz cx="9858375" cy="5545138"/>
  <p:notesSz cx="6858000" cy="9144000"/>
  <p:custDataLst>
    <p:tags r:id="rId24"/>
  </p:custDataLst>
  <p:defaultTextStyle>
    <a:defPPr>
      <a:defRPr lang="da-DK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747" userDrawn="1">
          <p15:clr>
            <a:srgbClr val="A4A3A4"/>
          </p15:clr>
        </p15:guide>
        <p15:guide id="2" pos="3105" userDrawn="1">
          <p15:clr>
            <a:srgbClr val="A4A3A4"/>
          </p15:clr>
        </p15:guide>
        <p15:guide id="3" orient="horz" pos="386" userDrawn="1">
          <p15:clr>
            <a:srgbClr val="A4A3A4"/>
          </p15:clr>
        </p15:guide>
        <p15:guide id="4" orient="horz" pos="6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D98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09DEE8-BC66-52A0-923C-18B95B04A0A8}" v="4" dt="2026-09-22T12:08:29.382"/>
    <p1510:client id="{270C583E-B5AA-3926-97EB-870327CD1D11}" v="6" dt="2026-09-22T09:54:54.628"/>
    <p1510:client id="{43231E97-E564-7D6D-B517-B566CC332DA0}" v="1" dt="2026-09-22T09:56:08.489"/>
    <p1510:client id="{6221CB28-29C4-09E6-35DF-3AA64B044061}" v="3" dt="2026-09-22T09:55:10.040"/>
    <p1510:client id="{77F98200-2E58-8B13-9212-0F885F9EAD72}" v="1" dt="2026-09-22T09:55:13.412"/>
    <p1510:client id="{7FDDCD42-28BA-D024-9A6D-FF5F678546E9}" v="5" dt="2026-09-22T09:53:23.394"/>
    <p1510:client id="{C4403D6E-3FB5-B81D-EDB3-8E83BECCBA10}" v="1" dt="2026-09-22T09:43:29.486"/>
    <p1510:client id="{E53B593F-324D-DB44-8E73-BAA06C308C87}" v="13" dt="2026-09-22T10:34:09.6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747"/>
        <p:guide pos="3105"/>
        <p:guide orient="horz" pos="386"/>
        <p:guide orient="horz" pos="613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26 Garipov Miroslaw" userId="S::it26_mgar@bappassau.onmicrosoft.com::01c04ba0-1502-4982-884c-2def43ebe760" providerId="AD" clId="Web-{7FDDCD42-28BA-D024-9A6D-FF5F678546E9}"/>
    <pc:docChg chg="modSld">
      <pc:chgData name="IT26 Garipov Miroslaw" userId="S::it26_mgar@bappassau.onmicrosoft.com::01c04ba0-1502-4982-884c-2def43ebe760" providerId="AD" clId="Web-{7FDDCD42-28BA-D024-9A6D-FF5F678546E9}" dt="2026-09-22T09:53:23.394" v="4"/>
      <pc:docMkLst>
        <pc:docMk/>
      </pc:docMkLst>
      <pc:sldChg chg="modTransition">
        <pc:chgData name="IT26 Garipov Miroslaw" userId="S::it26_mgar@bappassau.onmicrosoft.com::01c04ba0-1502-4982-884c-2def43ebe760" providerId="AD" clId="Web-{7FDDCD42-28BA-D024-9A6D-FF5F678546E9}" dt="2026-09-22T09:50:56.391" v="2"/>
        <pc:sldMkLst>
          <pc:docMk/>
          <pc:sldMk cId="0" sldId="272"/>
        </pc:sldMkLst>
      </pc:sldChg>
      <pc:sldChg chg="modTransition">
        <pc:chgData name="IT26 Garipov Miroslaw" userId="S::it26_mgar@bappassau.onmicrosoft.com::01c04ba0-1502-4982-884c-2def43ebe760" providerId="AD" clId="Web-{7FDDCD42-28BA-D024-9A6D-FF5F678546E9}" dt="2026-09-22T09:50:55.813" v="1"/>
        <pc:sldMkLst>
          <pc:docMk/>
          <pc:sldMk cId="0" sldId="273"/>
        </pc:sldMkLst>
      </pc:sldChg>
      <pc:sldChg chg="modTransition">
        <pc:chgData name="IT26 Garipov Miroslaw" userId="S::it26_mgar@bappassau.onmicrosoft.com::01c04ba0-1502-4982-884c-2def43ebe760" providerId="AD" clId="Web-{7FDDCD42-28BA-D024-9A6D-FF5F678546E9}" dt="2026-09-22T09:53:18.738" v="3"/>
        <pc:sldMkLst>
          <pc:docMk/>
          <pc:sldMk cId="0" sldId="274"/>
        </pc:sldMkLst>
      </pc:sldChg>
      <pc:sldChg chg="modTransition">
        <pc:chgData name="IT26 Garipov Miroslaw" userId="S::it26_mgar@bappassau.onmicrosoft.com::01c04ba0-1502-4982-884c-2def43ebe760" providerId="AD" clId="Web-{7FDDCD42-28BA-D024-9A6D-FF5F678546E9}" dt="2026-09-22T09:53:23.394" v="4"/>
        <pc:sldMkLst>
          <pc:docMk/>
          <pc:sldMk cId="0" sldId="275"/>
        </pc:sldMkLst>
      </pc:sldChg>
      <pc:sldChg chg="modTransition">
        <pc:chgData name="IT26 Garipov Miroslaw" userId="S::it26_mgar@bappassau.onmicrosoft.com::01c04ba0-1502-4982-884c-2def43ebe760" providerId="AD" clId="Web-{7FDDCD42-28BA-D024-9A6D-FF5F678546E9}" dt="2026-09-22T09:50:45.734" v="0"/>
        <pc:sldMkLst>
          <pc:docMk/>
          <pc:sldMk cId="0" sldId="276"/>
        </pc:sldMkLst>
      </pc:sldChg>
    </pc:docChg>
  </pc:docChgLst>
  <pc:docChgLst>
    <pc:chgData name="IT26 Vrucina Samuel" userId="S::it26_svru@bappassau.onmicrosoft.com::e3b996ba-53c3-4460-aedc-cafdf9c94eaf" providerId="AD" clId="Web-{43231E97-E564-7D6D-B517-B566CC332DA0}"/>
    <pc:docChg chg="modSld">
      <pc:chgData name="IT26 Vrucina Samuel" userId="S::it26_svru@bappassau.onmicrosoft.com::e3b996ba-53c3-4460-aedc-cafdf9c94eaf" providerId="AD" clId="Web-{43231E97-E564-7D6D-B517-B566CC332DA0}" dt="2026-09-22T09:56:08.489" v="0" actId="1076"/>
      <pc:docMkLst>
        <pc:docMk/>
      </pc:docMkLst>
      <pc:sldChg chg="modSp">
        <pc:chgData name="IT26 Vrucina Samuel" userId="S::it26_svru@bappassau.onmicrosoft.com::e3b996ba-53c3-4460-aedc-cafdf9c94eaf" providerId="AD" clId="Web-{43231E97-E564-7D6D-B517-B566CC332DA0}" dt="2026-09-22T09:56:08.489" v="0" actId="1076"/>
        <pc:sldMkLst>
          <pc:docMk/>
          <pc:sldMk cId="0" sldId="274"/>
        </pc:sldMkLst>
        <pc:spChg chg="mod">
          <ac:chgData name="IT26 Vrucina Samuel" userId="S::it26_svru@bappassau.onmicrosoft.com::e3b996ba-53c3-4460-aedc-cafdf9c94eaf" providerId="AD" clId="Web-{43231E97-E564-7D6D-B517-B566CC332DA0}" dt="2026-09-22T09:56:08.489" v="0" actId="1076"/>
          <ac:spMkLst>
            <pc:docMk/>
            <pc:sldMk cId="0" sldId="274"/>
            <ac:spMk id="3" creationId="{61414C51-5677-C0BE-6A95-15DA172A622F}"/>
          </ac:spMkLst>
        </pc:spChg>
      </pc:sldChg>
    </pc:docChg>
  </pc:docChgLst>
  <pc:docChgLst>
    <pc:chgData name="IT26 Moritz Tobias" userId="S::it26_tmor@bappassau.onmicrosoft.com::e2c1a254-64a4-47d3-a08b-9280307ef111" providerId="AD" clId="Web-{1E09DEE8-BC66-52A0-923C-18B95B04A0A8}"/>
    <pc:docChg chg="modSld">
      <pc:chgData name="IT26 Moritz Tobias" userId="S::it26_tmor@bappassau.onmicrosoft.com::e2c1a254-64a4-47d3-a08b-9280307ef111" providerId="AD" clId="Web-{1E09DEE8-BC66-52A0-923C-18B95B04A0A8}" dt="2026-09-22T12:08:29.382" v="3" actId="688"/>
      <pc:docMkLst>
        <pc:docMk/>
      </pc:docMkLst>
      <pc:sldChg chg="modSp">
        <pc:chgData name="IT26 Moritz Tobias" userId="S::it26_tmor@bappassau.onmicrosoft.com::e2c1a254-64a4-47d3-a08b-9280307ef111" providerId="AD" clId="Web-{1E09DEE8-BC66-52A0-923C-18B95B04A0A8}" dt="2026-09-22T12:08:29.382" v="3" actId="688"/>
        <pc:sldMkLst>
          <pc:docMk/>
          <pc:sldMk cId="0" sldId="272"/>
        </pc:sldMkLst>
        <pc:picChg chg="mod">
          <ac:chgData name="IT26 Moritz Tobias" userId="S::it26_tmor@bappassau.onmicrosoft.com::e2c1a254-64a4-47d3-a08b-9280307ef111" providerId="AD" clId="Web-{1E09DEE8-BC66-52A0-923C-18B95B04A0A8}" dt="2026-09-22T12:08:29.382" v="3" actId="688"/>
          <ac:picMkLst>
            <pc:docMk/>
            <pc:sldMk cId="0" sldId="272"/>
            <ac:picMk id="1027" creationId="{00000000-0000-0000-0000-000000000000}"/>
          </ac:picMkLst>
        </pc:picChg>
      </pc:sldChg>
    </pc:docChg>
  </pc:docChgLst>
  <pc:docChgLst>
    <pc:chgData name="IT26 Moritz Tobias" userId="S::it26_tmor@bappassau.onmicrosoft.com::e2c1a254-64a4-47d3-a08b-9280307ef111" providerId="AD" clId="Web-{6221CB28-29C4-09E6-35DF-3AA64B044061}"/>
    <pc:docChg chg="modSld">
      <pc:chgData name="IT26 Moritz Tobias" userId="S::it26_tmor@bappassau.onmicrosoft.com::e2c1a254-64a4-47d3-a08b-9280307ef111" providerId="AD" clId="Web-{6221CB28-29C4-09E6-35DF-3AA64B044061}" dt="2026-09-22T09:55:10.040" v="2" actId="1076"/>
      <pc:docMkLst>
        <pc:docMk/>
      </pc:docMkLst>
      <pc:sldChg chg="modSp">
        <pc:chgData name="IT26 Moritz Tobias" userId="S::it26_tmor@bappassau.onmicrosoft.com::e2c1a254-64a4-47d3-a08b-9280307ef111" providerId="AD" clId="Web-{6221CB28-29C4-09E6-35DF-3AA64B044061}" dt="2026-09-22T09:51:13.666" v="1" actId="1076"/>
        <pc:sldMkLst>
          <pc:docMk/>
          <pc:sldMk cId="0" sldId="271"/>
        </pc:sldMkLst>
        <pc:picChg chg="mod">
          <ac:chgData name="IT26 Moritz Tobias" userId="S::it26_tmor@bappassau.onmicrosoft.com::e2c1a254-64a4-47d3-a08b-9280307ef111" providerId="AD" clId="Web-{6221CB28-29C4-09E6-35DF-3AA64B044061}" dt="2026-09-22T09:51:13.666" v="1" actId="1076"/>
          <ac:picMkLst>
            <pc:docMk/>
            <pc:sldMk cId="0" sldId="271"/>
            <ac:picMk id="1027" creationId="{00000000-0000-0000-0000-000000000000}"/>
          </ac:picMkLst>
        </pc:picChg>
      </pc:sldChg>
      <pc:sldChg chg="modSp">
        <pc:chgData name="IT26 Moritz Tobias" userId="S::it26_tmor@bappassau.onmicrosoft.com::e2c1a254-64a4-47d3-a08b-9280307ef111" providerId="AD" clId="Web-{6221CB28-29C4-09E6-35DF-3AA64B044061}" dt="2026-09-22T09:55:10.040" v="2" actId="1076"/>
        <pc:sldMkLst>
          <pc:docMk/>
          <pc:sldMk cId="0" sldId="274"/>
        </pc:sldMkLst>
        <pc:spChg chg="mod">
          <ac:chgData name="IT26 Moritz Tobias" userId="S::it26_tmor@bappassau.onmicrosoft.com::e2c1a254-64a4-47d3-a08b-9280307ef111" providerId="AD" clId="Web-{6221CB28-29C4-09E6-35DF-3AA64B044061}" dt="2026-09-22T09:55:10.040" v="2" actId="1076"/>
          <ac:spMkLst>
            <pc:docMk/>
            <pc:sldMk cId="0" sldId="274"/>
            <ac:spMk id="2" creationId="{5DDAFFA2-8697-8AC6-5E17-6A694358AE54}"/>
          </ac:spMkLst>
        </pc:spChg>
      </pc:sldChg>
    </pc:docChg>
  </pc:docChgLst>
  <pc:docChgLst>
    <pc:chgData name="IT26 Alset Milad" userId="S::it26_mals@bappassau.onmicrosoft.com::730a8d24-7bf0-4e42-8ae4-c378bf3059b9" providerId="AD" clId="Web-{77F98200-2E58-8B13-9212-0F885F9EAD72}"/>
    <pc:docChg chg="addSld">
      <pc:chgData name="IT26 Alset Milad" userId="S::it26_mals@bappassau.onmicrosoft.com::730a8d24-7bf0-4e42-8ae4-c378bf3059b9" providerId="AD" clId="Web-{77F98200-2E58-8B13-9212-0F885F9EAD72}" dt="2026-09-22T09:55:13.412" v="0"/>
      <pc:docMkLst>
        <pc:docMk/>
      </pc:docMkLst>
      <pc:sldChg chg="new">
        <pc:chgData name="IT26 Alset Milad" userId="S::it26_mals@bappassau.onmicrosoft.com::730a8d24-7bf0-4e42-8ae4-c378bf3059b9" providerId="AD" clId="Web-{77F98200-2E58-8B13-9212-0F885F9EAD72}" dt="2026-09-22T09:55:13.412" v="0"/>
        <pc:sldMkLst>
          <pc:docMk/>
          <pc:sldMk cId="3055789923" sldId="278"/>
        </pc:sldMkLst>
      </pc:sldChg>
    </pc:docChg>
  </pc:docChgLst>
  <pc:docChgLst>
    <pc:chgData name="IT26 Al Mawaj Salim" userId="S::it26_salm@bappassau.onmicrosoft.com::850fe2b5-ddec-429d-8576-71275c801a3b" providerId="AD" clId="Web-{270C583E-B5AA-3926-97EB-870327CD1D11}"/>
    <pc:docChg chg="modSld">
      <pc:chgData name="IT26 Al Mawaj Salim" userId="S::it26_salm@bappassau.onmicrosoft.com::850fe2b5-ddec-429d-8576-71275c801a3b" providerId="AD" clId="Web-{270C583E-B5AA-3926-97EB-870327CD1D11}" dt="2026-09-22T09:54:54.628" v="7" actId="1076"/>
      <pc:docMkLst>
        <pc:docMk/>
      </pc:docMkLst>
      <pc:sldChg chg="addSp delSp modSp">
        <pc:chgData name="IT26 Al Mawaj Salim" userId="S::it26_salm@bappassau.onmicrosoft.com::850fe2b5-ddec-429d-8576-71275c801a3b" providerId="AD" clId="Web-{270C583E-B5AA-3926-97EB-870327CD1D11}" dt="2026-09-22T09:49:25.202" v="5"/>
        <pc:sldMkLst>
          <pc:docMk/>
          <pc:sldMk cId="0" sldId="267"/>
        </pc:sldMkLst>
        <pc:picChg chg="add mod modCrop">
          <ac:chgData name="IT26 Al Mawaj Salim" userId="S::it26_salm@bappassau.onmicrosoft.com::850fe2b5-ddec-429d-8576-71275c801a3b" providerId="AD" clId="Web-{270C583E-B5AA-3926-97EB-870327CD1D11}" dt="2026-09-22T09:49:25.202" v="5"/>
          <ac:picMkLst>
            <pc:docMk/>
            <pc:sldMk cId="0" sldId="267"/>
            <ac:picMk id="3" creationId="{D14536E1-0F26-5200-9E5D-49F06886E034}"/>
          </ac:picMkLst>
        </pc:picChg>
        <pc:picChg chg="del mod">
          <ac:chgData name="IT26 Al Mawaj Salim" userId="S::it26_salm@bappassau.onmicrosoft.com::850fe2b5-ddec-429d-8576-71275c801a3b" providerId="AD" clId="Web-{270C583E-B5AA-3926-97EB-870327CD1D11}" dt="2026-09-22T09:49:00.701" v="2"/>
          <ac:picMkLst>
            <pc:docMk/>
            <pc:sldMk cId="0" sldId="267"/>
            <ac:picMk id="1027" creationId="{00000000-0000-0000-0000-000000000000}"/>
          </ac:picMkLst>
        </pc:picChg>
      </pc:sldChg>
      <pc:sldChg chg="modSp">
        <pc:chgData name="IT26 Al Mawaj Salim" userId="S::it26_salm@bappassau.onmicrosoft.com::850fe2b5-ddec-429d-8576-71275c801a3b" providerId="AD" clId="Web-{270C583E-B5AA-3926-97EB-870327CD1D11}" dt="2026-09-22T09:54:54.628" v="7" actId="1076"/>
        <pc:sldMkLst>
          <pc:docMk/>
          <pc:sldMk cId="0" sldId="274"/>
        </pc:sldMkLst>
        <pc:picChg chg="mod">
          <ac:chgData name="IT26 Al Mawaj Salim" userId="S::it26_salm@bappassau.onmicrosoft.com::850fe2b5-ddec-429d-8576-71275c801a3b" providerId="AD" clId="Web-{270C583E-B5AA-3926-97EB-870327CD1D11}" dt="2026-09-22T09:54:54.628" v="7" actId="1076"/>
          <ac:picMkLst>
            <pc:docMk/>
            <pc:sldMk cId="0" sldId="274"/>
            <ac:picMk id="1027" creationId="{00000000-0000-0000-0000-000000000000}"/>
          </ac:picMkLst>
        </pc:picChg>
      </pc:sldChg>
    </pc:docChg>
  </pc:docChgLst>
  <pc:docChgLst>
    <pc:chgData name="IT26 Tuska Mark Antal" userId="S::it26_mtus@bappassau.onmicrosoft.com::0a398352-e88f-4463-857f-96d6e0fef441" providerId="AD" clId="Web-{E53B593F-324D-DB44-8E73-BAA06C308C87}"/>
    <pc:docChg chg="modSld">
      <pc:chgData name="IT26 Tuska Mark Antal" userId="S::it26_mtus@bappassau.onmicrosoft.com::0a398352-e88f-4463-857f-96d6e0fef441" providerId="AD" clId="Web-{E53B593F-324D-DB44-8E73-BAA06C308C87}" dt="2026-09-22T10:34:09.657" v="12"/>
      <pc:docMkLst>
        <pc:docMk/>
      </pc:docMkLst>
      <pc:sldChg chg="addSp delSp modSp">
        <pc:chgData name="IT26 Tuska Mark Antal" userId="S::it26_mtus@bappassau.onmicrosoft.com::0a398352-e88f-4463-857f-96d6e0fef441" providerId="AD" clId="Web-{E53B593F-324D-DB44-8E73-BAA06C308C87}" dt="2026-09-22T10:34:09.657" v="12"/>
        <pc:sldMkLst>
          <pc:docMk/>
          <pc:sldMk cId="0" sldId="274"/>
        </pc:sldMkLst>
        <pc:spChg chg="add del mod">
          <ac:chgData name="IT26 Tuska Mark Antal" userId="S::it26_mtus@bappassau.onmicrosoft.com::0a398352-e88f-4463-857f-96d6e0fef441" providerId="AD" clId="Web-{E53B593F-324D-DB44-8E73-BAA06C308C87}" dt="2026-09-22T10:34:09.657" v="12"/>
          <ac:spMkLst>
            <pc:docMk/>
            <pc:sldMk cId="0" sldId="274"/>
            <ac:spMk id="2" creationId="{316FD814-4FAA-05B4-C4BC-855FD5CCB7DE}"/>
          </ac:spMkLst>
        </pc:spChg>
        <pc:spChg chg="del mod">
          <ac:chgData name="IT26 Tuska Mark Antal" userId="S::it26_mtus@bappassau.onmicrosoft.com::0a398352-e88f-4463-857f-96d6e0fef441" providerId="AD" clId="Web-{E53B593F-324D-DB44-8E73-BAA06C308C87}" dt="2026-09-22T09:56:14.784" v="7"/>
          <ac:spMkLst>
            <pc:docMk/>
            <pc:sldMk cId="0" sldId="274"/>
            <ac:spMk id="2" creationId="{5DDAFFA2-8697-8AC6-5E17-6A694358AE54}"/>
          </ac:spMkLst>
        </pc:spChg>
        <pc:spChg chg="add del mod">
          <ac:chgData name="IT26 Tuska Mark Antal" userId="S::it26_mtus@bappassau.onmicrosoft.com::0a398352-e88f-4463-857f-96d6e0fef441" providerId="AD" clId="Web-{E53B593F-324D-DB44-8E73-BAA06C308C87}" dt="2026-09-22T09:56:13.456" v="6"/>
          <ac:spMkLst>
            <pc:docMk/>
            <pc:sldMk cId="0" sldId="274"/>
            <ac:spMk id="3" creationId="{61414C51-5677-C0BE-6A95-15DA172A622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6339C46-A575-3F5B-4190-35F1D278DC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186C37-2011-4CDD-7068-E58E7220A13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3464AA-3A7B-4605-A3A0-FF7346283AB0}" type="datetimeFigureOut">
              <a:rPr lang="de-DE" smtClean="0"/>
              <a:t>22.09.2026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75B127-AD6E-A36F-4701-333878211CC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2774BC-0889-70E4-A897-823DF4CC75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AD9CE-18CE-4783-B5E2-4440C38791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4238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40FEB99-5924-476F-8A09-3D8DBA2BC1BF}" type="datetimeFigureOut">
              <a:rPr lang="da-DK"/>
              <a:pPr>
                <a:defRPr/>
              </a:pPr>
              <a:t>22-09-2026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a-DK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a-DK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1F3DBB6-887E-435A-B642-A3DD5507AEEC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669728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1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##BACKGROUNDPICTURE##">
            <a:extLst>
              <a:ext uri="{FF2B5EF4-FFF2-40B4-BE49-F238E27FC236}">
                <a16:creationId xmlns:a16="http://schemas.microsoft.com/office/drawing/2014/main" id="{345274EF-DEA1-4F94-8A07-12CAC75252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858375" cy="5545335"/>
          </a:xfrm>
          <a:prstGeom prst="rect">
            <a:avLst/>
          </a:prstGeom>
          <a:ln>
            <a:noFill/>
          </a:ln>
          <a:effectLst/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8327616-F064-4BE2-A388-CE4634FBE7D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92919" y="1764458"/>
            <a:ext cx="8872538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74C2DE9-41D0-45EE-B91D-6141E6CA5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8756" y="2907173"/>
            <a:ext cx="6900863" cy="1417637"/>
          </a:xfrm>
        </p:spPr>
        <p:txBody>
          <a:bodyPr/>
          <a:lstStyle>
            <a:lvl1pPr marL="0" indent="0" algn="ctr">
              <a:buNone/>
              <a:defRPr sz="3019">
                <a:solidFill>
                  <a:schemeClr val="bg1"/>
                </a:solidFill>
              </a:defRPr>
            </a:lvl1pPr>
            <a:lvl2pPr marL="4929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85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78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71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645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57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503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43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F1D6420-E584-44A9-AE5C-BD52D48A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2919" y="5138739"/>
            <a:ext cx="2300288" cy="2952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FB894F2-5995-4AA0-8170-4E7B301C1139}" type="datetimeFigureOut">
              <a:rPr lang="da-DK" smtClean="0"/>
              <a:pPr>
                <a:defRPr/>
              </a:pPr>
              <a:t>22-09-2026</a:t>
            </a:fld>
            <a:endParaRPr lang="da-DK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433EEA2-680B-41A9-A49E-32BD4F25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65169" y="5138739"/>
            <a:ext cx="2300288" cy="2952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4D0E96A-2583-4325-A8BF-4EDD88CFD105}" type="slidenum">
              <a:rPr lang="da-DK" smtClean="0"/>
              <a:pPr>
                <a:defRPr/>
              </a:pPr>
              <a:t>‹#›</a:t>
            </a:fld>
            <a:endParaRPr lang="da-DK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F3FD86-F8B7-4596-92EA-409A17BB472B}"/>
              </a:ext>
            </a:extLst>
          </p:cNvPr>
          <p:cNvSpPr/>
          <p:nvPr userDrawn="1"/>
        </p:nvSpPr>
        <p:spPr>
          <a:xfrm>
            <a:off x="0" y="1"/>
            <a:ext cx="9858375" cy="684337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02853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9378" y="1722439"/>
            <a:ext cx="8379619" cy="11890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8756" y="3141664"/>
            <a:ext cx="6900863" cy="141763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29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85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78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716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645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57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503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432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B894F2-5995-4AA0-8170-4E7B301C1139}" type="datetimeFigureOut">
              <a:rPr lang="da-DK"/>
              <a:pPr>
                <a:defRPr/>
              </a:pPr>
              <a:t>22-09-2026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0E96A-2583-4325-A8BF-4EDD88CFD105}" type="slidenum">
              <a:rPr lang="da-DK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76789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92919" y="655639"/>
            <a:ext cx="8872538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2919" y="1465264"/>
            <a:ext cx="8872538" cy="365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2919" y="5138739"/>
            <a:ext cx="2300288" cy="295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94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EBC23356-4BD5-4B72-BF48-6D597678E6F7}" type="datetimeFigureOut">
              <a:rPr lang="da-DK" smtClean="0"/>
              <a:pPr>
                <a:defRPr/>
              </a:pPr>
              <a:t>22-09-2026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8278" y="5138739"/>
            <a:ext cx="3121819" cy="295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94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65169" y="5138739"/>
            <a:ext cx="2300288" cy="295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94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defRPr/>
            </a:pPr>
            <a:fld id="{4C8123BF-FDE8-434A-B09E-8A667E339B5E}" type="slidenum">
              <a:rPr lang="da-DK" smtClean="0"/>
              <a:pPr>
                <a:defRPr/>
              </a:pPr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6213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da-DK" sz="3881" kern="1200">
          <a:solidFill>
            <a:srgbClr val="4D98CE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5pPr>
      <a:lvl6pPr marL="492907" algn="ctr" rtl="0" fontAlgn="base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6pPr>
      <a:lvl7pPr marL="985815" algn="ctr" rtl="0" fontAlgn="base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7pPr>
      <a:lvl8pPr marL="1478722" algn="ctr" rtl="0" fontAlgn="base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8pPr>
      <a:lvl9pPr marL="1971629" algn="ctr" rtl="0" fontAlgn="base">
        <a:spcBef>
          <a:spcPct val="0"/>
        </a:spcBef>
        <a:spcAft>
          <a:spcPct val="0"/>
        </a:spcAft>
        <a:defRPr sz="3881">
          <a:solidFill>
            <a:schemeClr val="tx1"/>
          </a:solidFill>
          <a:latin typeface="Calibri" pitchFamily="34" charset="0"/>
        </a:defRPr>
      </a:lvl9pPr>
    </p:titleStyle>
    <p:bodyStyle>
      <a:lvl1pPr marL="492907" indent="-492907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Calibri" pitchFamily="34" charset="0"/>
        <a:buChar char="»"/>
        <a:defRPr lang="en-US" sz="3450" kern="1200" dirty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985815" indent="-492907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Calibri" pitchFamily="34" charset="0"/>
        <a:buChar char="»"/>
        <a:defRPr lang="en-US" sz="3019" kern="1200" dirty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355495" indent="-36968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Calibri" pitchFamily="34" charset="0"/>
        <a:buChar char="»"/>
        <a:defRPr lang="en-US" sz="2587" kern="1200" dirty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848402" indent="-36968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Calibri" pitchFamily="34" charset="0"/>
        <a:buChar char="»"/>
        <a:defRPr lang="en-US" sz="2156" kern="1200" dirty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341310" indent="-36968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Calibri" pitchFamily="34" charset="0"/>
        <a:buChar char="»"/>
        <a:defRPr lang="da-DK" sz="2156" kern="1200" dirty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710990" indent="-246454" algn="l" defTabSz="985815" rtl="0" eaLnBrk="1" latinLnBrk="0" hangingPunct="1">
        <a:spcBef>
          <a:spcPct val="20000"/>
        </a:spcBef>
        <a:buFont typeface="Arial" pitchFamily="34" charset="0"/>
        <a:buChar char="•"/>
        <a:defRPr sz="2156" kern="1200">
          <a:solidFill>
            <a:schemeClr val="tx1"/>
          </a:solidFill>
          <a:latin typeface="+mn-lt"/>
          <a:ea typeface="+mn-ea"/>
          <a:cs typeface="+mn-cs"/>
        </a:defRPr>
      </a:lvl6pPr>
      <a:lvl7pPr marL="3203898" indent="-246454" algn="l" defTabSz="985815" rtl="0" eaLnBrk="1" latinLnBrk="0" hangingPunct="1">
        <a:spcBef>
          <a:spcPct val="20000"/>
        </a:spcBef>
        <a:buFont typeface="Arial" pitchFamily="34" charset="0"/>
        <a:buChar char="•"/>
        <a:defRPr sz="2156" kern="1200">
          <a:solidFill>
            <a:schemeClr val="tx1"/>
          </a:solidFill>
          <a:latin typeface="+mn-lt"/>
          <a:ea typeface="+mn-ea"/>
          <a:cs typeface="+mn-cs"/>
        </a:defRPr>
      </a:lvl7pPr>
      <a:lvl8pPr marL="3696805" indent="-246454" algn="l" defTabSz="985815" rtl="0" eaLnBrk="1" latinLnBrk="0" hangingPunct="1">
        <a:spcBef>
          <a:spcPct val="20000"/>
        </a:spcBef>
        <a:buFont typeface="Arial" pitchFamily="34" charset="0"/>
        <a:buChar char="•"/>
        <a:defRPr sz="2156" kern="1200">
          <a:solidFill>
            <a:schemeClr val="tx1"/>
          </a:solidFill>
          <a:latin typeface="+mn-lt"/>
          <a:ea typeface="+mn-ea"/>
          <a:cs typeface="+mn-cs"/>
        </a:defRPr>
      </a:lvl8pPr>
      <a:lvl9pPr marL="4189712" indent="-246454" algn="l" defTabSz="985815" rtl="0" eaLnBrk="1" latinLnBrk="0" hangingPunct="1">
        <a:spcBef>
          <a:spcPct val="20000"/>
        </a:spcBef>
        <a:buFont typeface="Arial" pitchFamily="34" charset="0"/>
        <a:buChar char="•"/>
        <a:defRPr sz="21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1pPr>
      <a:lvl2pPr marL="492907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2pPr>
      <a:lvl3pPr marL="985815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478722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4pPr>
      <a:lvl5pPr marL="1971629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5pPr>
      <a:lvl6pPr marL="2464537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6pPr>
      <a:lvl7pPr marL="2957444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7pPr>
      <a:lvl8pPr marL="3450351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8pPr>
      <a:lvl9pPr marL="3943259" algn="l" defTabSz="985815" rtl="0" eaLnBrk="1" latinLnBrk="0" hangingPunct="1">
        <a:defRPr sz="19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AABEE8-B0EE-48DC-9B78-84F56AFA6D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8756" y="2306768"/>
            <a:ext cx="6900863" cy="1528390"/>
          </a:xfrm>
        </p:spPr>
        <p:txBody>
          <a:bodyPr/>
          <a:lstStyle/>
          <a:p>
            <a:r>
              <a:rPr lang="en-DK"/>
              <a:t>1. Einführung Prozessmanagement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5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F3BDCFB-8E71-E2DC-B0EE-1D194988BB0D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44E203E-F269-E59D-3286-18F0339FB5A4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E7FD6CA-FCA4-DB2E-4B8F-6E3C493D1946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F89E037-AE21-8735-6C9F-307D12443EA2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EA36F1B-4124-4CB8-F342-26AA2E4275FC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Picture 2" descr="##PICTURE##">
            <a:extLst>
              <a:ext uri="{FF2B5EF4-FFF2-40B4-BE49-F238E27FC236}">
                <a16:creationId xmlns:a16="http://schemas.microsoft.com/office/drawing/2014/main" id="{D14536E1-0F26-5200-9E5D-49F06886E0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4"/>
          <a:stretch>
            <a:fillRect/>
          </a:stretch>
        </p:blipFill>
        <p:spPr>
          <a:xfrm>
            <a:off x="1185905" y="666750"/>
            <a:ext cx="7481360" cy="4210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4187BA4-F593-0A64-53C1-03F7F39B2458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72F4B3E-7EDC-8EEB-D00E-D87373612E1E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F24C4A9-E9A1-347C-6CBC-B79300229406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4B3CF93-9BE2-B309-F56F-CF0971285B74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3944A1C-0FFC-101B-92C5-BCABF9BDBABA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6623840-5BBB-2A48-DADE-9B775E3D3B04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293" y="666195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56CD591-7D57-B2C4-6470-1ED6868CC7D3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D9A27-C3FC-55D8-42A6-86ED47CDDA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1CB5D-0A06-DCFB-0361-81AC530AF3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89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68BCCC1-2364-F4AF-B943-4B5C04C3149A}"/>
              </a:ext>
            </a:extLst>
          </p:cNvPr>
          <p:cNvSpPr/>
          <p:nvPr/>
        </p:nvSpPr>
        <p:spPr>
          <a:xfrm>
            <a:off x="7607721" y="747678"/>
            <a:ext cx="993874" cy="65673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##PICTURE##"/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62" y="754892"/>
            <a:ext cx="7475845" cy="4205163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TextBox 6"/>
          <p:cNvSpPr txBox="1">
            <a:spLocks noChangeArrowheads="1"/>
          </p:cNvSpPr>
          <p:nvPr/>
        </p:nvSpPr>
        <p:spPr bwMode="auto">
          <a:xfrm>
            <a:off x="2250653" y="46321"/>
            <a:ext cx="53570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1. Einführung Prozessmanagement</a:t>
            </a:r>
          </a:p>
        </p:txBody>
      </p:sp>
      <p:sp>
        <p:nvSpPr>
          <p:cNvPr id="2053" name="TextBox 6"/>
          <p:cNvSpPr txBox="1">
            <a:spLocks noChangeArrowheads="1"/>
          </p:cNvSpPr>
          <p:nvPr/>
        </p:nvSpPr>
        <p:spPr bwMode="auto">
          <a:xfrm>
            <a:off x="2250653" y="323588"/>
            <a:ext cx="5357068" cy="424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d1fbb5224a3c140e0a0be721b211c625c137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6EAC9F7D0EEC943A828E52C25E5CFA1" ma:contentTypeVersion="9" ma:contentTypeDescription="Ein neues Dokument erstellen." ma:contentTypeScope="" ma:versionID="6fc9aec265f85d2058a15a29a595aace">
  <xsd:schema xmlns:xsd="http://www.w3.org/2001/XMLSchema" xmlns:xs="http://www.w3.org/2001/XMLSchema" xmlns:p="http://schemas.microsoft.com/office/2006/metadata/properties" xmlns:ns2="898f1cbd-6bc7-464c-8587-a2aee035db82" xmlns:ns3="934b7a9b-006c-4ff3-9d6f-fb7bc19761e0" targetNamespace="http://schemas.microsoft.com/office/2006/metadata/properties" ma:root="true" ma:fieldsID="2e76c93561087e9df1b9d6cb88e93521" ns2:_="" ns3:_="">
    <xsd:import namespace="898f1cbd-6bc7-464c-8587-a2aee035db82"/>
    <xsd:import namespace="934b7a9b-006c-4ff3-9d6f-fb7bc19761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8f1cbd-6bc7-464c-8587-a2aee035db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6976aef1-b99e-4767-9fe9-24b65cc0f1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4b7a9b-006c-4ff3-9d6f-fb7bc19761e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1c52146-2757-4daf-aebc-89025020cceb}" ma:internalName="TaxCatchAll" ma:showField="CatchAllData" ma:web="934b7a9b-006c-4ff3-9d6f-fb7bc19761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8f1cbd-6bc7-464c-8587-a2aee035db82">
      <Terms xmlns="http://schemas.microsoft.com/office/infopath/2007/PartnerControls"/>
    </lcf76f155ced4ddcb4097134ff3c332f>
    <TaxCatchAll xmlns="934b7a9b-006c-4ff3-9d6f-fb7bc19761e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45B4B0-9D73-4E56-89BD-08DA8AF15FD2}">
  <ds:schemaRefs>
    <ds:schemaRef ds:uri="898f1cbd-6bc7-464c-8587-a2aee035db82"/>
    <ds:schemaRef ds:uri="934b7a9b-006c-4ff3-9d6f-fb7bc19761e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D80A283-0A9C-41D5-A03C-0E274D9C004C}">
  <ds:schemaRefs>
    <ds:schemaRef ds:uri="898f1cbd-6bc7-464c-8587-a2aee035db82"/>
    <ds:schemaRef ds:uri="934b7a9b-006c-4ff3-9d6f-fb7bc19761e0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0D82F87-8D11-49C9-9E46-6B2AF97459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</cp:revision>
  <dcterms:created xsi:type="dcterms:W3CDTF">2018-05-15T11:00:49Z</dcterms:created>
  <dcterms:modified xsi:type="dcterms:W3CDTF">2026-09-22T12:08:30Z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0x010100A6EAC9F7D0EEC943A828E52C25E5CFA1</vt:lpwstr>
  </property>
  <property fmtid="{D5CDD505-2E9C-101B-9397-08002B2CF9AE}" pid="3" name="clnoofsteps">
    <vt:lpwstr>15</vt:lpwstr>
  </property>
  <property fmtid="{D5CDD505-2E9C-101B-9397-08002B2CF9AE}" pid="4" name="MediaServiceImageTags">
    <vt:lpwstr/>
  </property>
</Properties>
</file>