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2" r:id="rId4"/>
  </p:sldMasterIdLst>
  <p:notesMasterIdLst>
    <p:notesMasterId r:id="rId21"/>
  </p:notesMasterIdLst>
  <p:handoutMasterIdLst>
    <p:handoutMasterId r:id="rId22"/>
  </p:handoutMasterIdLst>
  <p:sldIdLst>
    <p:sldId id="261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</p:sldIdLst>
  <p:sldSz cx="9858375" cy="5545138"/>
  <p:notesSz cx="6858000" cy="9144000"/>
  <p:custDataLst>
    <p:tags r:id="rId23"/>
  </p:custDataLst>
  <p:defaultTextStyle>
    <a:defPPr>
      <a:defRPr lang="da-DK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1747" userDrawn="1">
          <p15:clr>
            <a:srgbClr val="A4A3A4"/>
          </p15:clr>
        </p15:guide>
        <p15:guide id="2" pos="3105" userDrawn="1">
          <p15:clr>
            <a:srgbClr val="A4A3A4"/>
          </p15:clr>
        </p15:guide>
        <p15:guide id="3" orient="horz" pos="386" userDrawn="1">
          <p15:clr>
            <a:srgbClr val="A4A3A4"/>
          </p15:clr>
        </p15:guide>
        <p15:guide id="4" orient="horz" pos="61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4D98C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4403D6E-3FB5-B81D-EDB3-8E83BECCBA10}" v="1" dt="2026-09-22T09:43:29.48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1747"/>
        <p:guide pos="3105"/>
        <p:guide orient="horz" pos="386"/>
        <p:guide orient="horz" pos="613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gs" Target="tags/tag1.xml"/><Relationship Id="rId28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06339C46-A575-3F5B-4190-35F1D278DC6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6E186C37-2011-4CDD-7068-E58E7220A13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3464AA-3A7B-4605-A3A0-FF7346283AB0}" type="datetimeFigureOut">
              <a:rPr lang="de-DE" smtClean="0"/>
              <a:t>22.09.2026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175B127-AD6E-A36F-4701-333878211CC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E2774BC-0889-70E4-A897-823DF4CC75E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AAD9CE-18CE-4783-B5E2-4440C38791B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4423888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da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F40FEB99-5924-476F-8A09-3D8DBA2BC1BF}" type="datetimeFigureOut">
              <a:rPr lang="da-DK"/>
              <a:pPr>
                <a:defRPr/>
              </a:pPr>
              <a:t>22-09-2026</a:t>
            </a:fld>
            <a:endParaRPr lang="da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da-DK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da-DK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da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B1F3DBB6-887E-435A-B642-A3DD5507AEEC}" type="slidenum">
              <a:rPr lang="da-DK"/>
              <a:pPr>
                <a:defRPr/>
              </a:pPr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56697288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01-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3" descr="##BACKGROUNDPICTURE##">
            <a:extLst>
              <a:ext uri="{FF2B5EF4-FFF2-40B4-BE49-F238E27FC236}">
                <a16:creationId xmlns:a16="http://schemas.microsoft.com/office/drawing/2014/main" id="{345274EF-DEA1-4F94-8A07-12CAC75252D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9858375" cy="5545335"/>
          </a:xfrm>
          <a:prstGeom prst="rect">
            <a:avLst/>
          </a:prstGeom>
          <a:ln>
            <a:noFill/>
          </a:ln>
          <a:effectLst/>
        </p:spPr>
      </p:pic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38327616-F064-4BE2-A388-CE4634FBE7D6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92919" y="1764458"/>
            <a:ext cx="8872538" cy="80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D74C2DE9-41D0-45EE-B91D-6141E6CA52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78756" y="2907173"/>
            <a:ext cx="6900863" cy="1417637"/>
          </a:xfrm>
        </p:spPr>
        <p:txBody>
          <a:bodyPr/>
          <a:lstStyle>
            <a:lvl1pPr marL="0" indent="0" algn="ctr">
              <a:buNone/>
              <a:defRPr sz="3019">
                <a:solidFill>
                  <a:schemeClr val="bg1"/>
                </a:solidFill>
              </a:defRPr>
            </a:lvl1pPr>
            <a:lvl2pPr marL="4929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858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787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716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4645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9574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45035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9432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6F1D6420-E584-44A9-AE5C-BD52D48A8D1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92919" y="5138739"/>
            <a:ext cx="2300288" cy="29527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FFB894F2-5995-4AA0-8170-4E7B301C1139}" type="datetimeFigureOut">
              <a:rPr lang="da-DK" smtClean="0"/>
              <a:pPr>
                <a:defRPr/>
              </a:pPr>
              <a:t>22-09-2026</a:t>
            </a:fld>
            <a:endParaRPr lang="da-DK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433EEA2-680B-41A9-A49E-32BD4F256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65169" y="5138739"/>
            <a:ext cx="2300288" cy="29527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74D0E96A-2583-4325-A8BF-4EDD88CFD105}" type="slidenum">
              <a:rPr lang="da-DK" smtClean="0"/>
              <a:pPr>
                <a:defRPr/>
              </a:pPr>
              <a:t>‹#›</a:t>
            </a:fld>
            <a:endParaRPr lang="da-DK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CF3FD86-F8B7-4596-92EA-409A17BB472B}"/>
              </a:ext>
            </a:extLst>
          </p:cNvPr>
          <p:cNvSpPr/>
          <p:nvPr userDrawn="1"/>
        </p:nvSpPr>
        <p:spPr>
          <a:xfrm>
            <a:off x="0" y="1"/>
            <a:ext cx="9858375" cy="684337"/>
          </a:xfrm>
          <a:prstGeom prst="rect">
            <a:avLst/>
          </a:prstGeom>
          <a:solidFill>
            <a:srgbClr val="FFFFFF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7028531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9378" y="1722439"/>
            <a:ext cx="8379619" cy="118903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78756" y="3141664"/>
            <a:ext cx="6900863" cy="1417637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929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858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787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716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4645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9574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45035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9432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B894F2-5995-4AA0-8170-4E7B301C1139}" type="datetimeFigureOut">
              <a:rPr lang="da-DK"/>
              <a:pPr>
                <a:defRPr/>
              </a:pPr>
              <a:t>22-09-2026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D0E96A-2583-4325-A8BF-4EDD88CFD105}" type="slidenum">
              <a:rPr lang="da-DK"/>
              <a:pPr>
                <a:defRPr/>
              </a:pPr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2767897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92919" y="655639"/>
            <a:ext cx="8872538" cy="80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92919" y="1465264"/>
            <a:ext cx="8872538" cy="3659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92919" y="5138739"/>
            <a:ext cx="2300288" cy="2952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94">
                <a:solidFill>
                  <a:schemeClr val="tx1">
                    <a:tint val="7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>
              <a:defRPr/>
            </a:pPr>
            <a:fld id="{EBC23356-4BD5-4B72-BF48-6D597678E6F7}" type="datetimeFigureOut">
              <a:rPr lang="da-DK" smtClean="0"/>
              <a:pPr>
                <a:defRPr/>
              </a:pPr>
              <a:t>22-09-2026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68278" y="5138739"/>
            <a:ext cx="3121819" cy="2952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94">
                <a:solidFill>
                  <a:schemeClr val="tx1">
                    <a:tint val="7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>
              <a:defRPr/>
            </a:pPr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65169" y="5138739"/>
            <a:ext cx="2300288" cy="2952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94">
                <a:solidFill>
                  <a:schemeClr val="tx1">
                    <a:tint val="7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>
              <a:defRPr/>
            </a:pPr>
            <a:fld id="{4C8123BF-FDE8-434A-B09E-8A667E339B5E}" type="slidenum">
              <a:rPr lang="da-DK" smtClean="0"/>
              <a:pPr>
                <a:defRPr/>
              </a:pPr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3621339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lang="da-DK" sz="3881" kern="1200">
          <a:solidFill>
            <a:srgbClr val="4D98CE"/>
          </a:solidFill>
          <a:latin typeface="Open Sans Light" panose="020B0306030504020204" pitchFamily="34" charset="0"/>
          <a:ea typeface="Open Sans Light" panose="020B0306030504020204" pitchFamily="34" charset="0"/>
          <a:cs typeface="Open Sans Light" panose="020B0306030504020204" pitchFamily="34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881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881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881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881">
          <a:solidFill>
            <a:schemeClr val="tx1"/>
          </a:solidFill>
          <a:latin typeface="Calibri" pitchFamily="34" charset="0"/>
        </a:defRPr>
      </a:lvl5pPr>
      <a:lvl6pPr marL="492907" algn="ctr" rtl="0" fontAlgn="base">
        <a:spcBef>
          <a:spcPct val="0"/>
        </a:spcBef>
        <a:spcAft>
          <a:spcPct val="0"/>
        </a:spcAft>
        <a:defRPr sz="3881">
          <a:solidFill>
            <a:schemeClr val="tx1"/>
          </a:solidFill>
          <a:latin typeface="Calibri" pitchFamily="34" charset="0"/>
        </a:defRPr>
      </a:lvl6pPr>
      <a:lvl7pPr marL="985815" algn="ctr" rtl="0" fontAlgn="base">
        <a:spcBef>
          <a:spcPct val="0"/>
        </a:spcBef>
        <a:spcAft>
          <a:spcPct val="0"/>
        </a:spcAft>
        <a:defRPr sz="3881">
          <a:solidFill>
            <a:schemeClr val="tx1"/>
          </a:solidFill>
          <a:latin typeface="Calibri" pitchFamily="34" charset="0"/>
        </a:defRPr>
      </a:lvl7pPr>
      <a:lvl8pPr marL="1478722" algn="ctr" rtl="0" fontAlgn="base">
        <a:spcBef>
          <a:spcPct val="0"/>
        </a:spcBef>
        <a:spcAft>
          <a:spcPct val="0"/>
        </a:spcAft>
        <a:defRPr sz="3881">
          <a:solidFill>
            <a:schemeClr val="tx1"/>
          </a:solidFill>
          <a:latin typeface="Calibri" pitchFamily="34" charset="0"/>
        </a:defRPr>
      </a:lvl8pPr>
      <a:lvl9pPr marL="1971629" algn="ctr" rtl="0" fontAlgn="base">
        <a:spcBef>
          <a:spcPct val="0"/>
        </a:spcBef>
        <a:spcAft>
          <a:spcPct val="0"/>
        </a:spcAft>
        <a:defRPr sz="3881">
          <a:solidFill>
            <a:schemeClr val="tx1"/>
          </a:solidFill>
          <a:latin typeface="Calibri" pitchFamily="34" charset="0"/>
        </a:defRPr>
      </a:lvl9pPr>
    </p:titleStyle>
    <p:bodyStyle>
      <a:lvl1pPr marL="492907" indent="-492907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Calibri" pitchFamily="34" charset="0"/>
        <a:buChar char="»"/>
        <a:defRPr lang="en-US" sz="3450" kern="1200" dirty="0">
          <a:solidFill>
            <a:schemeClr val="tx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1pPr>
      <a:lvl2pPr marL="985815" indent="-492907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Calibri" pitchFamily="34" charset="0"/>
        <a:buChar char="»"/>
        <a:defRPr lang="en-US" sz="3019" kern="1200" dirty="0">
          <a:solidFill>
            <a:schemeClr val="tx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2pPr>
      <a:lvl3pPr marL="1355495" indent="-36968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Calibri" pitchFamily="34" charset="0"/>
        <a:buChar char="»"/>
        <a:defRPr lang="en-US" sz="2587" kern="1200" dirty="0">
          <a:solidFill>
            <a:schemeClr val="tx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3pPr>
      <a:lvl4pPr marL="1848402" indent="-36968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Calibri" pitchFamily="34" charset="0"/>
        <a:buChar char="»"/>
        <a:defRPr lang="en-US" sz="2156" kern="1200" dirty="0">
          <a:solidFill>
            <a:schemeClr val="tx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4pPr>
      <a:lvl5pPr marL="2341310" indent="-36968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Calibri" pitchFamily="34" charset="0"/>
        <a:buChar char="»"/>
        <a:defRPr lang="da-DK" sz="2156" kern="1200" dirty="0">
          <a:solidFill>
            <a:schemeClr val="tx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5pPr>
      <a:lvl6pPr marL="2710990" indent="-246454" algn="l" defTabSz="985815" rtl="0" eaLnBrk="1" latinLnBrk="0" hangingPunct="1">
        <a:spcBef>
          <a:spcPct val="20000"/>
        </a:spcBef>
        <a:buFont typeface="Arial" pitchFamily="34" charset="0"/>
        <a:buChar char="•"/>
        <a:defRPr sz="2156" kern="1200">
          <a:solidFill>
            <a:schemeClr val="tx1"/>
          </a:solidFill>
          <a:latin typeface="+mn-lt"/>
          <a:ea typeface="+mn-ea"/>
          <a:cs typeface="+mn-cs"/>
        </a:defRPr>
      </a:lvl6pPr>
      <a:lvl7pPr marL="3203898" indent="-246454" algn="l" defTabSz="985815" rtl="0" eaLnBrk="1" latinLnBrk="0" hangingPunct="1">
        <a:spcBef>
          <a:spcPct val="20000"/>
        </a:spcBef>
        <a:buFont typeface="Arial" pitchFamily="34" charset="0"/>
        <a:buChar char="•"/>
        <a:defRPr sz="2156" kern="1200">
          <a:solidFill>
            <a:schemeClr val="tx1"/>
          </a:solidFill>
          <a:latin typeface="+mn-lt"/>
          <a:ea typeface="+mn-ea"/>
          <a:cs typeface="+mn-cs"/>
        </a:defRPr>
      </a:lvl7pPr>
      <a:lvl8pPr marL="3696805" indent="-246454" algn="l" defTabSz="985815" rtl="0" eaLnBrk="1" latinLnBrk="0" hangingPunct="1">
        <a:spcBef>
          <a:spcPct val="20000"/>
        </a:spcBef>
        <a:buFont typeface="Arial" pitchFamily="34" charset="0"/>
        <a:buChar char="•"/>
        <a:defRPr sz="2156" kern="1200">
          <a:solidFill>
            <a:schemeClr val="tx1"/>
          </a:solidFill>
          <a:latin typeface="+mn-lt"/>
          <a:ea typeface="+mn-ea"/>
          <a:cs typeface="+mn-cs"/>
        </a:defRPr>
      </a:lvl8pPr>
      <a:lvl9pPr marL="4189712" indent="-246454" algn="l" defTabSz="985815" rtl="0" eaLnBrk="1" latinLnBrk="0" hangingPunct="1">
        <a:spcBef>
          <a:spcPct val="20000"/>
        </a:spcBef>
        <a:buFont typeface="Arial" pitchFamily="34" charset="0"/>
        <a:buChar char="•"/>
        <a:defRPr sz="215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85815" rtl="0" eaLnBrk="1" latinLnBrk="0" hangingPunct="1">
        <a:defRPr sz="1941" kern="1200">
          <a:solidFill>
            <a:schemeClr val="tx1"/>
          </a:solidFill>
          <a:latin typeface="+mn-lt"/>
          <a:ea typeface="+mn-ea"/>
          <a:cs typeface="+mn-cs"/>
        </a:defRPr>
      </a:lvl1pPr>
      <a:lvl2pPr marL="492907" algn="l" defTabSz="985815" rtl="0" eaLnBrk="1" latinLnBrk="0" hangingPunct="1">
        <a:defRPr sz="1941" kern="1200">
          <a:solidFill>
            <a:schemeClr val="tx1"/>
          </a:solidFill>
          <a:latin typeface="+mn-lt"/>
          <a:ea typeface="+mn-ea"/>
          <a:cs typeface="+mn-cs"/>
        </a:defRPr>
      </a:lvl2pPr>
      <a:lvl3pPr marL="985815" algn="l" defTabSz="985815" rtl="0" eaLnBrk="1" latinLnBrk="0" hangingPunct="1">
        <a:defRPr sz="1941" kern="1200">
          <a:solidFill>
            <a:schemeClr val="tx1"/>
          </a:solidFill>
          <a:latin typeface="+mn-lt"/>
          <a:ea typeface="+mn-ea"/>
          <a:cs typeface="+mn-cs"/>
        </a:defRPr>
      </a:lvl3pPr>
      <a:lvl4pPr marL="1478722" algn="l" defTabSz="985815" rtl="0" eaLnBrk="1" latinLnBrk="0" hangingPunct="1">
        <a:defRPr sz="1941" kern="1200">
          <a:solidFill>
            <a:schemeClr val="tx1"/>
          </a:solidFill>
          <a:latin typeface="+mn-lt"/>
          <a:ea typeface="+mn-ea"/>
          <a:cs typeface="+mn-cs"/>
        </a:defRPr>
      </a:lvl4pPr>
      <a:lvl5pPr marL="1971629" algn="l" defTabSz="985815" rtl="0" eaLnBrk="1" latinLnBrk="0" hangingPunct="1">
        <a:defRPr sz="1941" kern="1200">
          <a:solidFill>
            <a:schemeClr val="tx1"/>
          </a:solidFill>
          <a:latin typeface="+mn-lt"/>
          <a:ea typeface="+mn-ea"/>
          <a:cs typeface="+mn-cs"/>
        </a:defRPr>
      </a:lvl5pPr>
      <a:lvl6pPr marL="2464537" algn="l" defTabSz="985815" rtl="0" eaLnBrk="1" latinLnBrk="0" hangingPunct="1">
        <a:defRPr sz="1941" kern="1200">
          <a:solidFill>
            <a:schemeClr val="tx1"/>
          </a:solidFill>
          <a:latin typeface="+mn-lt"/>
          <a:ea typeface="+mn-ea"/>
          <a:cs typeface="+mn-cs"/>
        </a:defRPr>
      </a:lvl6pPr>
      <a:lvl7pPr marL="2957444" algn="l" defTabSz="985815" rtl="0" eaLnBrk="1" latinLnBrk="0" hangingPunct="1">
        <a:defRPr sz="1941" kern="1200">
          <a:solidFill>
            <a:schemeClr val="tx1"/>
          </a:solidFill>
          <a:latin typeface="+mn-lt"/>
          <a:ea typeface="+mn-ea"/>
          <a:cs typeface="+mn-cs"/>
        </a:defRPr>
      </a:lvl7pPr>
      <a:lvl8pPr marL="3450351" algn="l" defTabSz="985815" rtl="0" eaLnBrk="1" latinLnBrk="0" hangingPunct="1">
        <a:defRPr sz="1941" kern="1200">
          <a:solidFill>
            <a:schemeClr val="tx1"/>
          </a:solidFill>
          <a:latin typeface="+mn-lt"/>
          <a:ea typeface="+mn-ea"/>
          <a:cs typeface="+mn-cs"/>
        </a:defRPr>
      </a:lvl8pPr>
      <a:lvl9pPr marL="3943259" algn="l" defTabSz="985815" rtl="0" eaLnBrk="1" latinLnBrk="0" hangingPunct="1">
        <a:defRPr sz="194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4AABEE8-B0EE-48DC-9B78-84F56AFA6D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78756" y="2306768"/>
            <a:ext cx="6900863" cy="1528390"/>
          </a:xfrm>
        </p:spPr>
        <p:txBody>
          <a:bodyPr/>
          <a:lstStyle/>
          <a:p>
            <a:r>
              <a:rPr lang="en-DK"/>
              <a:t>1. Einführung Prozessmanagement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0524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##PICTURE##"/>
          <p:cNvPicPr preferRelativeResize="0"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1262" y="754892"/>
            <a:ext cx="7475845" cy="4205163"/>
          </a:xfrm>
          <a:prstGeom prst="rect">
            <a:avLst/>
          </a:prstGeom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0" name="TextBox 6"/>
          <p:cNvSpPr txBox="1">
            <a:spLocks noChangeArrowheads="1"/>
          </p:cNvSpPr>
          <p:nvPr/>
        </p:nvSpPr>
        <p:spPr bwMode="auto">
          <a:xfrm>
            <a:off x="2250653" y="46321"/>
            <a:ext cx="535706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r>
              <a:rPr lang="en-US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1. Einführung Prozessmanagement</a:t>
            </a:r>
          </a:p>
        </p:txBody>
      </p:sp>
      <p:sp>
        <p:nvSpPr>
          <p:cNvPr id="2053" name="TextBox 6"/>
          <p:cNvSpPr txBox="1">
            <a:spLocks noChangeArrowheads="1"/>
          </p:cNvSpPr>
          <p:nvPr/>
        </p:nvSpPr>
        <p:spPr bwMode="auto">
          <a:xfrm>
            <a:off x="2250653" y="323588"/>
            <a:ext cx="5357068" cy="424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endParaRPr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AF3BDCFB-8E71-E2DC-B0EE-1D194988BB0D}"/>
              </a:ext>
            </a:extLst>
          </p:cNvPr>
          <p:cNvSpPr/>
          <p:nvPr/>
        </p:nvSpPr>
        <p:spPr>
          <a:xfrm>
            <a:off x="7607721" y="747678"/>
            <a:ext cx="993874" cy="656739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##PICTURE##"/>
          <p:cNvPicPr preferRelativeResize="0"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1262" y="754892"/>
            <a:ext cx="7475845" cy="4205163"/>
          </a:xfrm>
          <a:prstGeom prst="rect">
            <a:avLst/>
          </a:prstGeom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0" name="TextBox 6"/>
          <p:cNvSpPr txBox="1">
            <a:spLocks noChangeArrowheads="1"/>
          </p:cNvSpPr>
          <p:nvPr/>
        </p:nvSpPr>
        <p:spPr bwMode="auto">
          <a:xfrm>
            <a:off x="2250653" y="46321"/>
            <a:ext cx="535706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r>
              <a:rPr lang="en-US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1. Einführung Prozessmanagement</a:t>
            </a:r>
          </a:p>
        </p:txBody>
      </p:sp>
      <p:sp>
        <p:nvSpPr>
          <p:cNvPr id="2053" name="TextBox 6"/>
          <p:cNvSpPr txBox="1">
            <a:spLocks noChangeArrowheads="1"/>
          </p:cNvSpPr>
          <p:nvPr/>
        </p:nvSpPr>
        <p:spPr bwMode="auto">
          <a:xfrm>
            <a:off x="2250653" y="323588"/>
            <a:ext cx="5357068" cy="424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endParaRPr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044E203E-F269-E59D-3286-18F0339FB5A4}"/>
              </a:ext>
            </a:extLst>
          </p:cNvPr>
          <p:cNvSpPr/>
          <p:nvPr/>
        </p:nvSpPr>
        <p:spPr>
          <a:xfrm>
            <a:off x="7607721" y="747678"/>
            <a:ext cx="993874" cy="656739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##PICTURE##"/>
          <p:cNvPicPr preferRelativeResize="0"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1262" y="754892"/>
            <a:ext cx="7475845" cy="4205163"/>
          </a:xfrm>
          <a:prstGeom prst="rect">
            <a:avLst/>
          </a:prstGeom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0" name="TextBox 6"/>
          <p:cNvSpPr txBox="1">
            <a:spLocks noChangeArrowheads="1"/>
          </p:cNvSpPr>
          <p:nvPr/>
        </p:nvSpPr>
        <p:spPr bwMode="auto">
          <a:xfrm>
            <a:off x="2250653" y="46321"/>
            <a:ext cx="535706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r>
              <a:rPr lang="en-US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1. Einführung Prozessmanagement</a:t>
            </a:r>
          </a:p>
        </p:txBody>
      </p:sp>
      <p:sp>
        <p:nvSpPr>
          <p:cNvPr id="2053" name="TextBox 6"/>
          <p:cNvSpPr txBox="1">
            <a:spLocks noChangeArrowheads="1"/>
          </p:cNvSpPr>
          <p:nvPr/>
        </p:nvSpPr>
        <p:spPr bwMode="auto">
          <a:xfrm>
            <a:off x="2250653" y="323588"/>
            <a:ext cx="5357068" cy="424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endParaRPr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2E7FD6CA-FCA4-DB2E-4B8F-6E3C493D1946}"/>
              </a:ext>
            </a:extLst>
          </p:cNvPr>
          <p:cNvSpPr/>
          <p:nvPr/>
        </p:nvSpPr>
        <p:spPr>
          <a:xfrm>
            <a:off x="7607721" y="747678"/>
            <a:ext cx="993874" cy="656739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##PICTURE##"/>
          <p:cNvPicPr preferRelativeResize="0"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1262" y="754892"/>
            <a:ext cx="7475845" cy="4205163"/>
          </a:xfrm>
          <a:prstGeom prst="rect">
            <a:avLst/>
          </a:prstGeom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0" name="TextBox 6"/>
          <p:cNvSpPr txBox="1">
            <a:spLocks noChangeArrowheads="1"/>
          </p:cNvSpPr>
          <p:nvPr/>
        </p:nvSpPr>
        <p:spPr bwMode="auto">
          <a:xfrm>
            <a:off x="2250653" y="46321"/>
            <a:ext cx="535706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r>
              <a:rPr lang="en-US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1. Einführung Prozessmanagement</a:t>
            </a:r>
          </a:p>
        </p:txBody>
      </p:sp>
      <p:sp>
        <p:nvSpPr>
          <p:cNvPr id="2053" name="TextBox 6"/>
          <p:cNvSpPr txBox="1">
            <a:spLocks noChangeArrowheads="1"/>
          </p:cNvSpPr>
          <p:nvPr/>
        </p:nvSpPr>
        <p:spPr bwMode="auto">
          <a:xfrm>
            <a:off x="2250653" y="323588"/>
            <a:ext cx="5357068" cy="424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endParaRPr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6F89E037-AE21-8735-6C9F-307D12443EA2}"/>
              </a:ext>
            </a:extLst>
          </p:cNvPr>
          <p:cNvSpPr/>
          <p:nvPr/>
        </p:nvSpPr>
        <p:spPr>
          <a:xfrm>
            <a:off x="7607721" y="747678"/>
            <a:ext cx="993874" cy="656739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##PICTURE##"/>
          <p:cNvPicPr preferRelativeResize="0"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1262" y="754892"/>
            <a:ext cx="7475845" cy="4205163"/>
          </a:xfrm>
          <a:prstGeom prst="rect">
            <a:avLst/>
          </a:prstGeom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0" name="TextBox 6"/>
          <p:cNvSpPr txBox="1">
            <a:spLocks noChangeArrowheads="1"/>
          </p:cNvSpPr>
          <p:nvPr/>
        </p:nvSpPr>
        <p:spPr bwMode="auto">
          <a:xfrm>
            <a:off x="2250653" y="46321"/>
            <a:ext cx="535706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r>
              <a:rPr lang="en-US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1. Einführung Prozessmanagement</a:t>
            </a:r>
          </a:p>
        </p:txBody>
      </p:sp>
      <p:sp>
        <p:nvSpPr>
          <p:cNvPr id="2053" name="TextBox 6"/>
          <p:cNvSpPr txBox="1">
            <a:spLocks noChangeArrowheads="1"/>
          </p:cNvSpPr>
          <p:nvPr/>
        </p:nvSpPr>
        <p:spPr bwMode="auto">
          <a:xfrm>
            <a:off x="2250653" y="323588"/>
            <a:ext cx="5357068" cy="424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endParaRPr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EEA36F1B-4124-4CB8-F342-26AA2E4275FC}"/>
              </a:ext>
            </a:extLst>
          </p:cNvPr>
          <p:cNvSpPr/>
          <p:nvPr/>
        </p:nvSpPr>
        <p:spPr>
          <a:xfrm>
            <a:off x="7607721" y="747678"/>
            <a:ext cx="993874" cy="656739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##PICTURE##"/>
          <p:cNvPicPr preferRelativeResize="0"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1262" y="754892"/>
            <a:ext cx="7475845" cy="4205163"/>
          </a:xfrm>
          <a:prstGeom prst="rect">
            <a:avLst/>
          </a:prstGeom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0" name="TextBox 6"/>
          <p:cNvSpPr txBox="1">
            <a:spLocks noChangeArrowheads="1"/>
          </p:cNvSpPr>
          <p:nvPr/>
        </p:nvSpPr>
        <p:spPr bwMode="auto">
          <a:xfrm>
            <a:off x="2250653" y="46321"/>
            <a:ext cx="535706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r>
              <a:rPr lang="en-US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1. Einführung Prozessmanagement</a:t>
            </a:r>
          </a:p>
        </p:txBody>
      </p:sp>
      <p:sp>
        <p:nvSpPr>
          <p:cNvPr id="2053" name="TextBox 6"/>
          <p:cNvSpPr txBox="1">
            <a:spLocks noChangeArrowheads="1"/>
          </p:cNvSpPr>
          <p:nvPr/>
        </p:nvSpPr>
        <p:spPr bwMode="auto">
          <a:xfrm>
            <a:off x="2250653" y="323588"/>
            <a:ext cx="5357068" cy="424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endParaRPr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34187BA4-F593-0A64-53C1-03F7F39B2458}"/>
              </a:ext>
            </a:extLst>
          </p:cNvPr>
          <p:cNvSpPr/>
          <p:nvPr/>
        </p:nvSpPr>
        <p:spPr>
          <a:xfrm>
            <a:off x="7607721" y="747678"/>
            <a:ext cx="993874" cy="656739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##PICTURE##"/>
          <p:cNvPicPr preferRelativeResize="0"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1262" y="754892"/>
            <a:ext cx="7475845" cy="4205163"/>
          </a:xfrm>
          <a:prstGeom prst="rect">
            <a:avLst/>
          </a:prstGeom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0" name="TextBox 6"/>
          <p:cNvSpPr txBox="1">
            <a:spLocks noChangeArrowheads="1"/>
          </p:cNvSpPr>
          <p:nvPr/>
        </p:nvSpPr>
        <p:spPr bwMode="auto">
          <a:xfrm>
            <a:off x="2250653" y="46321"/>
            <a:ext cx="535706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r>
              <a:rPr lang="en-US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1. Einführung Prozessmanagement</a:t>
            </a:r>
          </a:p>
        </p:txBody>
      </p:sp>
      <p:sp>
        <p:nvSpPr>
          <p:cNvPr id="2053" name="TextBox 6"/>
          <p:cNvSpPr txBox="1">
            <a:spLocks noChangeArrowheads="1"/>
          </p:cNvSpPr>
          <p:nvPr/>
        </p:nvSpPr>
        <p:spPr bwMode="auto">
          <a:xfrm>
            <a:off x="2250653" y="323588"/>
            <a:ext cx="5357068" cy="424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endParaRPr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C72F4B3E-7EDC-8EEB-D00E-D87373612E1E}"/>
              </a:ext>
            </a:extLst>
          </p:cNvPr>
          <p:cNvSpPr/>
          <p:nvPr/>
        </p:nvSpPr>
        <p:spPr>
          <a:xfrm>
            <a:off x="7607721" y="747678"/>
            <a:ext cx="993874" cy="656739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##PICTURE##"/>
          <p:cNvPicPr preferRelativeResize="0"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1262" y="754892"/>
            <a:ext cx="7475845" cy="4205163"/>
          </a:xfrm>
          <a:prstGeom prst="rect">
            <a:avLst/>
          </a:prstGeom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0" name="TextBox 6"/>
          <p:cNvSpPr txBox="1">
            <a:spLocks noChangeArrowheads="1"/>
          </p:cNvSpPr>
          <p:nvPr/>
        </p:nvSpPr>
        <p:spPr bwMode="auto">
          <a:xfrm>
            <a:off x="2250653" y="46321"/>
            <a:ext cx="535706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r>
              <a:rPr lang="en-US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1. Einführung Prozessmanagement</a:t>
            </a:r>
          </a:p>
        </p:txBody>
      </p:sp>
      <p:sp>
        <p:nvSpPr>
          <p:cNvPr id="2053" name="TextBox 6"/>
          <p:cNvSpPr txBox="1">
            <a:spLocks noChangeArrowheads="1"/>
          </p:cNvSpPr>
          <p:nvPr/>
        </p:nvSpPr>
        <p:spPr bwMode="auto">
          <a:xfrm>
            <a:off x="2250653" y="323588"/>
            <a:ext cx="5357068" cy="424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endParaRPr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DF24C4A9-E9A1-347C-6CBC-B79300229406}"/>
              </a:ext>
            </a:extLst>
          </p:cNvPr>
          <p:cNvSpPr/>
          <p:nvPr/>
        </p:nvSpPr>
        <p:spPr>
          <a:xfrm>
            <a:off x="7607721" y="747678"/>
            <a:ext cx="993874" cy="656739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##PICTURE##"/>
          <p:cNvPicPr preferRelativeResize="0"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1262" y="754892"/>
            <a:ext cx="7475845" cy="4205163"/>
          </a:xfrm>
          <a:prstGeom prst="rect">
            <a:avLst/>
          </a:prstGeom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0" name="TextBox 6"/>
          <p:cNvSpPr txBox="1">
            <a:spLocks noChangeArrowheads="1"/>
          </p:cNvSpPr>
          <p:nvPr/>
        </p:nvSpPr>
        <p:spPr bwMode="auto">
          <a:xfrm>
            <a:off x="2250653" y="46321"/>
            <a:ext cx="535706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r>
              <a:rPr lang="en-US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1. Einführung Prozessmanagement</a:t>
            </a:r>
          </a:p>
        </p:txBody>
      </p:sp>
      <p:sp>
        <p:nvSpPr>
          <p:cNvPr id="2053" name="TextBox 6"/>
          <p:cNvSpPr txBox="1">
            <a:spLocks noChangeArrowheads="1"/>
          </p:cNvSpPr>
          <p:nvPr/>
        </p:nvSpPr>
        <p:spPr bwMode="auto">
          <a:xfrm>
            <a:off x="2250653" y="323588"/>
            <a:ext cx="5357068" cy="424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endParaRPr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E4B3CF93-9BE2-B309-F56F-CF0971285B74}"/>
              </a:ext>
            </a:extLst>
          </p:cNvPr>
          <p:cNvSpPr/>
          <p:nvPr/>
        </p:nvSpPr>
        <p:spPr>
          <a:xfrm>
            <a:off x="7607721" y="747678"/>
            <a:ext cx="993874" cy="656739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##PICTURE##"/>
          <p:cNvPicPr preferRelativeResize="0"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1262" y="754892"/>
            <a:ext cx="7475845" cy="4205163"/>
          </a:xfrm>
          <a:prstGeom prst="rect">
            <a:avLst/>
          </a:prstGeom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0" name="TextBox 6"/>
          <p:cNvSpPr txBox="1">
            <a:spLocks noChangeArrowheads="1"/>
          </p:cNvSpPr>
          <p:nvPr/>
        </p:nvSpPr>
        <p:spPr bwMode="auto">
          <a:xfrm>
            <a:off x="2250653" y="46321"/>
            <a:ext cx="535706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r>
              <a:rPr lang="en-US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1. Einführung Prozessmanagement</a:t>
            </a:r>
          </a:p>
        </p:txBody>
      </p:sp>
      <p:sp>
        <p:nvSpPr>
          <p:cNvPr id="2053" name="TextBox 6"/>
          <p:cNvSpPr txBox="1">
            <a:spLocks noChangeArrowheads="1"/>
          </p:cNvSpPr>
          <p:nvPr/>
        </p:nvSpPr>
        <p:spPr bwMode="auto">
          <a:xfrm>
            <a:off x="2250653" y="323588"/>
            <a:ext cx="5357068" cy="424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endParaRPr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E3944A1C-0FFC-101B-92C5-BCABF9BDBABA}"/>
              </a:ext>
            </a:extLst>
          </p:cNvPr>
          <p:cNvSpPr/>
          <p:nvPr/>
        </p:nvSpPr>
        <p:spPr>
          <a:xfrm>
            <a:off x="7607721" y="747678"/>
            <a:ext cx="993874" cy="656739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##PICTURE##"/>
          <p:cNvPicPr preferRelativeResize="0"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1262" y="754892"/>
            <a:ext cx="7475845" cy="4205163"/>
          </a:xfrm>
          <a:prstGeom prst="rect">
            <a:avLst/>
          </a:prstGeom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0" name="TextBox 6"/>
          <p:cNvSpPr txBox="1">
            <a:spLocks noChangeArrowheads="1"/>
          </p:cNvSpPr>
          <p:nvPr/>
        </p:nvSpPr>
        <p:spPr bwMode="auto">
          <a:xfrm>
            <a:off x="2250653" y="46321"/>
            <a:ext cx="535706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r>
              <a:rPr lang="en-US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1. Einführung Prozessmanagement</a:t>
            </a:r>
          </a:p>
        </p:txBody>
      </p:sp>
      <p:sp>
        <p:nvSpPr>
          <p:cNvPr id="2053" name="TextBox 6"/>
          <p:cNvSpPr txBox="1">
            <a:spLocks noChangeArrowheads="1"/>
          </p:cNvSpPr>
          <p:nvPr/>
        </p:nvSpPr>
        <p:spPr bwMode="auto">
          <a:xfrm>
            <a:off x="2250653" y="323588"/>
            <a:ext cx="5357068" cy="424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endParaRPr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66623840-5BBB-2A48-DADE-9B775E3D3B04}"/>
              </a:ext>
            </a:extLst>
          </p:cNvPr>
          <p:cNvSpPr/>
          <p:nvPr/>
        </p:nvSpPr>
        <p:spPr>
          <a:xfrm>
            <a:off x="7607721" y="747678"/>
            <a:ext cx="993874" cy="656739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##PICTURE##"/>
          <p:cNvPicPr preferRelativeResize="0"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1262" y="754892"/>
            <a:ext cx="7475845" cy="4205163"/>
          </a:xfrm>
          <a:prstGeom prst="rect">
            <a:avLst/>
          </a:prstGeom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0" name="TextBox 6"/>
          <p:cNvSpPr txBox="1">
            <a:spLocks noChangeArrowheads="1"/>
          </p:cNvSpPr>
          <p:nvPr/>
        </p:nvSpPr>
        <p:spPr bwMode="auto">
          <a:xfrm>
            <a:off x="2250653" y="46321"/>
            <a:ext cx="535706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r>
              <a:rPr lang="en-US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1. Einführung Prozessmanagement</a:t>
            </a:r>
          </a:p>
        </p:txBody>
      </p:sp>
      <p:sp>
        <p:nvSpPr>
          <p:cNvPr id="2053" name="TextBox 6"/>
          <p:cNvSpPr txBox="1">
            <a:spLocks noChangeArrowheads="1"/>
          </p:cNvSpPr>
          <p:nvPr/>
        </p:nvSpPr>
        <p:spPr bwMode="auto">
          <a:xfrm>
            <a:off x="2250653" y="323588"/>
            <a:ext cx="5357068" cy="424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endParaRPr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5DDAFFA2-8697-8AC6-5E17-6A694358AE54}"/>
              </a:ext>
            </a:extLst>
          </p:cNvPr>
          <p:cNvSpPr/>
          <p:nvPr/>
        </p:nvSpPr>
        <p:spPr>
          <a:xfrm>
            <a:off x="7607721" y="747678"/>
            <a:ext cx="993874" cy="656739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##PICTURE##"/>
          <p:cNvPicPr preferRelativeResize="0"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1262" y="754892"/>
            <a:ext cx="7475845" cy="4205163"/>
          </a:xfrm>
          <a:prstGeom prst="rect">
            <a:avLst/>
          </a:prstGeom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0" name="TextBox 6"/>
          <p:cNvSpPr txBox="1">
            <a:spLocks noChangeArrowheads="1"/>
          </p:cNvSpPr>
          <p:nvPr/>
        </p:nvSpPr>
        <p:spPr bwMode="auto">
          <a:xfrm>
            <a:off x="2250653" y="46321"/>
            <a:ext cx="535706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r>
              <a:rPr lang="en-US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1. Einführung Prozessmanagement</a:t>
            </a:r>
          </a:p>
        </p:txBody>
      </p:sp>
      <p:sp>
        <p:nvSpPr>
          <p:cNvPr id="2053" name="TextBox 6"/>
          <p:cNvSpPr txBox="1">
            <a:spLocks noChangeArrowheads="1"/>
          </p:cNvSpPr>
          <p:nvPr/>
        </p:nvSpPr>
        <p:spPr bwMode="auto">
          <a:xfrm>
            <a:off x="2250653" y="323588"/>
            <a:ext cx="5357068" cy="424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endParaRPr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256CD591-7D57-B2C4-6470-1ED6868CC7D3}"/>
              </a:ext>
            </a:extLst>
          </p:cNvPr>
          <p:cNvSpPr/>
          <p:nvPr/>
        </p:nvSpPr>
        <p:spPr>
          <a:xfrm>
            <a:off x="7607721" y="747678"/>
            <a:ext cx="993874" cy="656739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##PICTURE##"/>
          <p:cNvPicPr preferRelativeResize="0"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1262" y="754892"/>
            <a:ext cx="7475845" cy="4205163"/>
          </a:xfrm>
          <a:prstGeom prst="rect">
            <a:avLst/>
          </a:prstGeom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0" name="TextBox 6"/>
          <p:cNvSpPr txBox="1">
            <a:spLocks noChangeArrowheads="1"/>
          </p:cNvSpPr>
          <p:nvPr/>
        </p:nvSpPr>
        <p:spPr bwMode="auto">
          <a:xfrm>
            <a:off x="2250653" y="46321"/>
            <a:ext cx="535706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r>
              <a:rPr lang="en-US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1. Einführung Prozessmanagement</a:t>
            </a:r>
          </a:p>
        </p:txBody>
      </p:sp>
      <p:sp>
        <p:nvSpPr>
          <p:cNvPr id="2053" name="TextBox 6"/>
          <p:cNvSpPr txBox="1">
            <a:spLocks noChangeArrowheads="1"/>
          </p:cNvSpPr>
          <p:nvPr/>
        </p:nvSpPr>
        <p:spPr bwMode="auto">
          <a:xfrm>
            <a:off x="2250653" y="323588"/>
            <a:ext cx="5357068" cy="424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endParaRPr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D68BCCC1-2364-F4AF-B943-4B5C04C3149A}"/>
              </a:ext>
            </a:extLst>
          </p:cNvPr>
          <p:cNvSpPr/>
          <p:nvPr/>
        </p:nvSpPr>
        <p:spPr>
          <a:xfrm>
            <a:off x="7607721" y="747678"/>
            <a:ext cx="993874" cy="656739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##PICTURE##"/>
          <p:cNvPicPr preferRelativeResize="0"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1262" y="754892"/>
            <a:ext cx="7475845" cy="4205163"/>
          </a:xfrm>
          <a:prstGeom prst="rect">
            <a:avLst/>
          </a:prstGeom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0" name="TextBox 6"/>
          <p:cNvSpPr txBox="1">
            <a:spLocks noChangeArrowheads="1"/>
          </p:cNvSpPr>
          <p:nvPr/>
        </p:nvSpPr>
        <p:spPr bwMode="auto">
          <a:xfrm>
            <a:off x="2250653" y="46321"/>
            <a:ext cx="535706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r>
              <a:rPr lang="en-US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1. Einführung Prozessmanagement</a:t>
            </a:r>
          </a:p>
        </p:txBody>
      </p:sp>
      <p:sp>
        <p:nvSpPr>
          <p:cNvPr id="2053" name="TextBox 6"/>
          <p:cNvSpPr txBox="1">
            <a:spLocks noChangeArrowheads="1"/>
          </p:cNvSpPr>
          <p:nvPr/>
        </p:nvSpPr>
        <p:spPr bwMode="auto">
          <a:xfrm>
            <a:off x="2250653" y="323588"/>
            <a:ext cx="5357068" cy="424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endParaRPr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2" val="1d1fbb5224a3c140e0a0be721b211c625c137"/>
</p:tagLst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98f1cbd-6bc7-464c-8587-a2aee035db82">
      <Terms xmlns="http://schemas.microsoft.com/office/infopath/2007/PartnerControls"/>
    </lcf76f155ced4ddcb4097134ff3c332f>
    <TaxCatchAll xmlns="934b7a9b-006c-4ff3-9d6f-fb7bc19761e0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A6EAC9F7D0EEC943A828E52C25E5CFA1" ma:contentTypeVersion="9" ma:contentTypeDescription="Ein neues Dokument erstellen." ma:contentTypeScope="" ma:versionID="6fc9aec265f85d2058a15a29a595aace">
  <xsd:schema xmlns:xsd="http://www.w3.org/2001/XMLSchema" xmlns:xs="http://www.w3.org/2001/XMLSchema" xmlns:p="http://schemas.microsoft.com/office/2006/metadata/properties" xmlns:ns2="898f1cbd-6bc7-464c-8587-a2aee035db82" xmlns:ns3="934b7a9b-006c-4ff3-9d6f-fb7bc19761e0" targetNamespace="http://schemas.microsoft.com/office/2006/metadata/properties" ma:root="true" ma:fieldsID="2e76c93561087e9df1b9d6cb88e93521" ns2:_="" ns3:_="">
    <xsd:import namespace="898f1cbd-6bc7-464c-8587-a2aee035db82"/>
    <xsd:import namespace="934b7a9b-006c-4ff3-9d6f-fb7bc19761e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98f1cbd-6bc7-464c-8587-a2aee035db8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Bildmarkierungen" ma:readOnly="false" ma:fieldId="{5cf76f15-5ced-4ddc-b409-7134ff3c332f}" ma:taxonomyMulti="true" ma:sspId="6976aef1-b99e-4767-9fe9-24b65cc0f1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34b7a9b-006c-4ff3-9d6f-fb7bc19761e0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81c52146-2757-4daf-aebc-89025020cceb}" ma:internalName="TaxCatchAll" ma:showField="CatchAllData" ma:web="934b7a9b-006c-4ff3-9d6f-fb7bc19761e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0D82F87-8D11-49C9-9E46-6B2AF974590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D80A283-0A9C-41D5-A03C-0E274D9C004C}">
  <ds:schemaRefs>
    <ds:schemaRef ds:uri="898f1cbd-6bc7-464c-8587-a2aee035db82"/>
    <ds:schemaRef ds:uri="934b7a9b-006c-4ff3-9d6f-fb7bc19761e0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0A45B4B0-9D73-4E56-89BD-08DA8AF15FD2}">
  <ds:schemaRefs>
    <ds:schemaRef ds:uri="898f1cbd-6bc7-464c-8587-a2aee035db82"/>
    <ds:schemaRef ds:uri="934b7a9b-006c-4ff3-9d6f-fb7bc19761e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Custom</PresentationFormat>
  <Slides>16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</cp:revision>
  <dcterms:created xsi:type="dcterms:W3CDTF">2018-05-15T11:00:49Z</dcterms:created>
  <dcterms:modified xsi:type="dcterms:W3CDTF">2026-09-22T09:43:30Z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0x010100A6EAC9F7D0EEC943A828E52C25E5CFA1</vt:lpwstr>
  </property>
  <property fmtid="{D5CDD505-2E9C-101B-9397-08002B2CF9AE}" pid="3" name="clnoofsteps">
    <vt:lpwstr>15</vt:lpwstr>
  </property>
  <property fmtid="{D5CDD505-2E9C-101B-9397-08002B2CF9AE}" pid="4" name="MediaServiceImageTags">
    <vt:lpwstr/>
  </property>
</Properties>
</file>